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1/21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A3A5C"/>
                </a:solidFill>
              </a:rPr>
              <a:t>ML Interconnection Queue Intelligence for the U.S. Electric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290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>
                <a:solidFill>
                  <a:srgbClr val="606060"/>
                </a:solidFill>
              </a:rPr>
              <a:t>Eshana Jain</a:t>
            </a:r>
          </a:p>
          <a:p>
            <a:pPr algn="ctr"/>
            <a:r>
              <a:rPr sz="1900">
                <a:solidFill>
                  <a:srgbClr val="606060"/>
                </a:solidFill>
              </a:rPr>
              <a:t>CEE 498 MLC · Spring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3154680"/>
            <a:ext cx="612648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2/21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The Interconnection Queue Bottleneck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6537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Before a power plant can connect to the grid, it must go through an interconnection study — a process run by the regional transmission operator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Right now there are over 2,300 GW of proposed projects waiting in U.S. queues — most will never get built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The majority of projects are eventually withdrawn , after developers have already spent significant money on site work, permitting, and study fees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Developers make irreversible decisions without knowing: will we survive the queue? how expensive will upgrades be? how long will this take?</a:t>
            </a:r>
          </a:p>
        </p:txBody>
      </p:sp>
      <p:pic>
        <p:nvPicPr>
          <p:cNvPr id="6" name="Picture 5" descr="filing_year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286000"/>
            <a:ext cx="41605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3/21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What We Want to Predict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6537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22222"/>
                </a:solidFill>
              </a:rPr>
              <a:t>Three early-stage predictions that a developer could use before or near the time of filing:</a:t>
            </a:r>
          </a:p>
          <a:p/>
          <a:p>
            <a:r>
              <a:rPr sz="1400">
                <a:solidFill>
                  <a:srgbClr val="222222"/>
                </a:solidFill>
              </a:rPr>
              <a:t>Will this project be withdrawn from the queue? Binary classification</a:t>
            </a:r>
          </a:p>
          <a:p/>
          <a:p>
            <a:r>
              <a:rPr sz="1400">
                <a:solidFill>
                  <a:srgbClr val="222222"/>
                </a:solidFill>
              </a:rPr>
              <a:t>How many months until the interconnection study completes? Regression</a:t>
            </a:r>
          </a:p>
        </p:txBody>
      </p:sp>
      <p:pic>
        <p:nvPicPr>
          <p:cNvPr id="6" name="Picture 5" descr="withdrawal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087880"/>
            <a:ext cx="4160520" cy="2773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4/21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Paper: Physics-Informed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1109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22222"/>
                </a:solidFill>
              </a:rPr>
              <a:t>Raissi, Perdikaris, and Karniadakis (2019). Journal of Computational Physics.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487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The core idea: train a neural network using both a data-fitting loss and a physics residual , evaluated at "collocation points" — locations in input space sampled independently of training labels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The physics term penalizes the model whenever its output violates a governing equation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Demonstrated on Burgers' equation, Navier-Stokes, Schrödinger, and Allen-Cahn systems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Key finding: the physics term improves generalization in sparse-data regions and produces physically plausible outputs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995160"/>
            <a:ext cx="11109960" cy="1097280"/>
          </a:xfrm>
          <a:prstGeom prst="rect">
            <a:avLst/>
          </a:prstGeom>
          <a:solidFill>
            <a:srgbClr val="F0F4F9"/>
          </a:solidFill>
          <a:ln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200">
                <a:solidFill>
                  <a:srgbClr val="1A3A5C"/>
                </a:solidFill>
                <a:latin typeface="Courier New"/>
              </a:rPr>
              <a:t>L(θ) = L_data(θ) + λ · L_physics(θ) L_data — fits the observed labels L_physics — penalizes PDE residuals at collocation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5/21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Adapting PINNs to Interconnection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1109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22222"/>
                </a:solidFill>
              </a:rPr>
              <a:t>Public queue data is tabular — there's no PDE to enforce directly. But queue economics are still governed by domain constraints.</a:t>
            </a:r>
          </a:p>
          <a:p/>
          <a:p>
            <a:r>
              <a:rPr sz="1400">
                <a:solidFill>
                  <a:srgbClr val="222222"/>
                </a:solidFill>
              </a:rPr>
              <a:t>Physics prior: holding everything else constant, a larger requested MW capacity should not lead to a lower required network upgrade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487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Collocation copy: each training project gets a twin with MW scaled up 35%, all other features fixed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The penalty fires if the expected cost bucket decreases when MW increases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This is exactly the Raissi et al. structure — a data term plus a domain-residual term — applied to a tabular infrastructure setting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995160"/>
            <a:ext cx="11109960" cy="1097280"/>
          </a:xfrm>
          <a:prstGeom prst="rect">
            <a:avLst/>
          </a:prstGeom>
          <a:solidFill>
            <a:srgbClr val="F0F4F9"/>
          </a:solidFill>
          <a:ln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200">
                <a:solidFill>
                  <a:srgbClr val="1A3A5C"/>
                </a:solidFill>
                <a:latin typeface="Courier New"/>
              </a:rPr>
              <a:t>L_total = L_cross_entropy + λ · L_monotonic L_monotonic = mean( max(0, E[cost | x] − E[cost | x high_MW ]) 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6/21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Relevant Course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Binary and multi-class classification (logistic regression, MLP)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Regression (Ridge, MLP regressor)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Class imbalance handling via cost-sensitive weighting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Gaussian Process Regression for calibrated 90% prediction intervals on upgrade cost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Multi-layer perceptrons with dropout, batch normalization, AdamW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PyTorch custom training loop for the PINN model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Ridge penalty in linear baselines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Monotonicity penalty — encoding domain knowledge directly into the loss function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7/21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1109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22222"/>
                </a:solidFill>
              </a:rPr>
              <a:t>Stratified by ISO region and filing-year cohort to reduce temporal and regional leakage.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487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Primary source: LBNL Queued Up 2025 — project-level U.S. interconnection queue records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Supplemented by ISO/RTO queue exports: MISO, PJM, CAISO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Pipeline also ships with a synthetic dataset matching the same schema, class imbalance, and feature relationships — so the code runs without external data files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Cost labels are only available for about 38% of projects — those that progressed far enough in study to receive an upgrade estimate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62701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12,000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Training (80%)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9,600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Validation (10%)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1,200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Test (10%)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1,200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With cost labels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4,581 (38%)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Withdrawal rate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77.3%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8/21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Feature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1109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22222"/>
                </a:solidFill>
              </a:rPr>
              <a:t>Congestion proxy and cohort size are engineered from raw queue records — not provided directly by the data 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487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log_mw_capacity — log-transformed requested MW (right-skewed)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filing_year , voltage_kv , queue_position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substation_congestion_24mo — count of prior projects at the same point of interconnection in the past 2 years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queue_cohort_size — projects in the same ISO/year cohort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county_queue_density , distance_to_transmission_miles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renewable_penetration_pct — regional saturation proxy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iso_region — MISO, PJM, CAISO, ERCOT, SPP, NYISO, ISO-NE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fuel_type — Solar, Battery, Wind, Hybrid, Gas, etc.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deliverability_status — Full Capacity / Energy Only / Partial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9/21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Tasks and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Each task has a linear/interpretable baseline paired with a more expressive model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The cost task is the main PINN ablation: constrained vs. unconstrained MLP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GPR exists separately to give calibrated uncertainty rather than just point estimates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8778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Interpretable Baseline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Nonlinear Model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Withdrawal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Binary classification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Logistic Regression (class-weighted)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MLP Classifier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Regression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Ridge Regression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MLP Regressor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Cost Bucket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4-class classification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Unconstrained MLP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PINN-Monotonic MLP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Upgrade Cost (GPR)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Regression + uncertainty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Gaussian Process (RBF kernel, log-cost target)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10/21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Model Architecture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Hidden layers: (48, 24)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L2 regularization: α = 1e-3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Early stopping on validation loss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Learning rate: 3×10⁻⁴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Kernel: ConstantKernel × RBF + WhiteKernel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Trained on log-transformed cost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Capped at 650 training samples — GPR scales as O(n³)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Architecture: Linear(d, 64) → BatchNorm → ReLU → Dropout(0.15) → Linear(64, 64) → ReLU → Linear(64, 4)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Optimizer: AdamW, lr = 1e-3, weight decay = 1e-4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11/21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Training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Preprocessing pipeline is fit only on the training fold — numeric features standardized, categoricals one-hot encoded — then applied to validation and test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Cost models trained separately on the ~38% subset with cost labels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Evaluation metrics: AUC-ROC and F1 for withdrawal, MAE and R² for timeline, weighted F1 / accuracy / implausibility rate for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5715000"/>
            <a:ext cx="11109960" cy="1097280"/>
          </a:xfrm>
          <a:prstGeom prst="rect">
            <a:avLst/>
          </a:prstGeom>
          <a:solidFill>
            <a:srgbClr val="F0F4F9"/>
          </a:solidFill>
          <a:ln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/>
          <a:lstStyle/>
          <a:p>
            <a:pPr algn="ctr"/>
            <a:r>
              <a:rPr sz="1200">
                <a:solidFill>
                  <a:srgbClr val="1A3A5C"/>
                </a:solidFill>
                <a:latin typeface="Courier New"/>
              </a:rPr>
              <a:t># For each batch of n projects: x_high = copy of x, with mw_capacity × 1.35 + 5.0 loss = CrossEntropy(model(x), y_true) + 0.55 × mean( relu( E_cost(x) − E_cost(x_high) ) ) # Penalty fires only when cost decreases as MW increases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12/21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Results: Withdrawal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Both models are well above the majority-class baseline (~77% if always predicting "withdrawn")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Logistic regression edges ahead on AUC — the withdrawal signal is fairly linear in the features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MLP wins on F1 for the withdrawn class, which is the more practically important metric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Most predictive features: substation congestion, MW capacity, filing year ≥ 2018, ISO region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1463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F1 (Withdrawn Class)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0.949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0.908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86.8%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MLP Classifier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0.946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0.932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89.5%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13/21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Results: Study Timeline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6537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Linear model wins — timeline is well-described by an additive combination of features, the MLP doesn't find meaningful additional signal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R² ≈ 0.60 is reasonable given that timelines range from 2 to 96 months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Key drivers: queue congestion, queue position, MW capacity, post-2018 filing pressure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1463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MAE (months)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Ridge Regression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4.06 months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0.602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MLP Regressor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4.13 months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0.590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timeline_predict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9446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14/21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Results: Cost Bucket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6537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Both achieve ~89% accuracy on the cost-labeled test subset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The monotonic penalty costs about 0.5% accuracy — a small trade-off for guaranteed physical consistency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Both reach 0% implausibility on this dataset — the synthetic data is clean, so the constraint isn't forced to activate much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The penalty is most valuable on real, noisy, sparse public data where the model may otherwise extrapolate implausibly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1463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Weighted F1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Implausibility Rate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Unconstrained MLP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0.887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89.1%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PINN-Monotonic MLP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0.879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88.6%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ost_buck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087880"/>
            <a:ext cx="4160520" cy="2773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15/21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PINN Ablation: Constrained vs. Unconstrained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nn_ablation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286000"/>
            <a:ext cx="41605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16/21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Results: Gaussian Process — Cost Uncertainty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Coverage of 88.6% is close to the nominal 90% — intervals are reasonably calibrated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GPR gives developers not just a point estimate, but a sense of how uncertain the model is in data-sparse regions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Useful for early-stage screening: a wide interval signals that the model is extrapolating from few comparable historical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5445252" cy="1353312"/>
          </a:xfrm>
          <a:prstGeom prst="rect">
            <a:avLst/>
          </a:prstGeom>
          <a:solidFill>
            <a:srgbClr val="F0F4F9"/>
          </a:solidFill>
          <a:ln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A3A5C"/>
                </a:solidFill>
              </a:rPr>
              <a:t>Nominal coverage target 90%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508" y="1234440"/>
            <a:ext cx="5445252" cy="1353312"/>
          </a:xfrm>
          <a:prstGeom prst="rect">
            <a:avLst/>
          </a:prstGeom>
          <a:solidFill>
            <a:srgbClr val="F0F4F9"/>
          </a:solidFill>
          <a:ln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A3A5C"/>
                </a:solidFill>
              </a:rPr>
              <a:t>Actual coverage achieved 88.6%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807208"/>
            <a:ext cx="5445252" cy="1353312"/>
          </a:xfrm>
          <a:prstGeom prst="rect">
            <a:avLst/>
          </a:prstGeom>
          <a:solidFill>
            <a:srgbClr val="F0F4F9"/>
          </a:solidFill>
          <a:ln>
            <a:solidFill>
              <a:srgbClr val="B8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A3A5C"/>
                </a:solidFill>
              </a:rPr>
              <a:t>R² on log cost 0.782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1430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8778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MAE (log-cost)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0.367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R² (log-cost)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0.782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90% Prediction Interval Coverage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88.6%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Mean Interval Width (log scale)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</a:rPr>
                        <a:t>1.52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17/21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Congestion and siting context carry real predictive signal. Substation congestion, county queue density, distance to transmission, and ISO/year cohort size matter beyond MW alone — this supports the hypothesis that congested points of interconnection produce more costly upgrades and delays.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Timeline prediction is surprisingly linear. Ridge regression outperforms the MLP on both MAE and R² — the additive story is enough. No complex interactions needed.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The physics-informed constraint costs very little. ~0.5% accuracy trade-off for monotonic consistency; important mainly when data is sparse and the model might otherwise extrapolate incorrectly.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Label completeness is a bottleneck. Withdrawal (100%) and timeline (100%) labels are abundant; cost labels are only 38% — the cost task has much less training data.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GPR intervals are well-calibrated. 88.6% actual coverage vs. 90% nominal — useful for communicating uncertainty to non-specialist project teams.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18/21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Data quality across ISOs: Queue exports use inconsistent field names, units, and status codes across MISO, PJM, CAISO, etc. Joining them requires careful normalization that the current pipeline handles heuristically.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Simplified monotonicity: Real upgrade costs depend on deliverability, thermal limits, voltage constraints, short-circuit duty, and prior network investments — not just MW. The monotonic penalty is a useful regularizer, not a complete physical model.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GPR scalability: Gaussian processes scale as O(n³) in training — capped at 650 training samples in this pipeline.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Synthetic data: The submitted pipeline runs on synthetic data. Real LBNL data may reveal different relationships and noisier patterns, especially for cost labels.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19/21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Richer grid-topology features: Transmission line capacity and existing congestion from OASIS or EIA Form 714 — these are the features most directly tied to actual upgrade costs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Calibrated probabilistic classifiers: Platt scaling or temperature scaling on cost bucket outputs for better-calibrated confidence scores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Autoencoder for project retrieval: Given a new filing, find the most similar historical projects — useful for developers trying to benchmark against comparable projects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Extended monotonicity constraints: Higher voltage levels tend to reduce per-MW cost; this could be encoded as a second constraint alongside the MW monotonicity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Full run on cleaned LBNL public data with proper cross-ISO column mapping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20/21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1109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22222"/>
                </a:solidFill>
              </a:rPr>
              <a:t>Thank you — happy to take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487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Built a three-task ML pipeline for early-stage interconnection queue risk assessment: withdrawal prediction, timeline regression, and cost bucket classification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Adapted the Raissi et al. (2019) PINN framework to tabular queue data by replacing a PDE residual with a monotonicity residual — same two-part composite loss structure, different domain constraint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The physics-informed cost classifier achieves ~89% accuracy while enforcing domain-consistent predictions; the accuracy cost is minimal (~0.5%)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Queue congestion, siting context, and filing-year pressure are the most predictive signals — MW capacity alone is not enough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The pipeline is reproducible and can slot in cleaned public LBNL data with minimal changes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643737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21/21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3A5C"/>
                </a:solidFill>
              </a:rPr>
              <a:t>Backup: Anticipated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11201400" cy="18288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11109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Why is this "physics-informed" if there's no PDE? The model is constrained by a domain law evaluated at collocation points — that's the PINN structure. We adapted the mechanism (monotonicity instead of a PDE), not the principle.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Why not use a direct power-flow simulation? Public queue records don't include grid-state variables (bus voltages, line flows, etc.) needed to run power-flow equations. The monotonicity prior is the strongest constraint we can encode from the available data.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How do you prevent data leakage? All preprocessing (StandardScaler, one-hot encoder) is fit on the training split only, then applied to val/test. The train/test split is stratified by ISO/year cohort to reduce temporal leakage.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Why does Ridge beat MLP on timeline? The timeline data-generating process is additive — congestion, queue position, and MW combine roughly linearly. The MLP doesn't find useful nonlinear interactions given the training set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